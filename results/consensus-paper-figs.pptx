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3"/>
  </p:notesMasterIdLst>
  <p:sldIdLst>
    <p:sldId id="256" r:id="rId2"/>
    <p:sldId id="305" r:id="rId3"/>
    <p:sldId id="306" r:id="rId4"/>
    <p:sldId id="264" r:id="rId5"/>
    <p:sldId id="299" r:id="rId6"/>
    <p:sldId id="303" r:id="rId7"/>
    <p:sldId id="302" r:id="rId8"/>
    <p:sldId id="300" r:id="rId9"/>
    <p:sldId id="301" r:id="rId10"/>
    <p:sldId id="274" r:id="rId11"/>
    <p:sldId id="281" r:id="rId12"/>
    <p:sldId id="262" r:id="rId13"/>
    <p:sldId id="280" r:id="rId14"/>
    <p:sldId id="272" r:id="rId15"/>
    <p:sldId id="285" r:id="rId16"/>
    <p:sldId id="284" r:id="rId17"/>
    <p:sldId id="304" r:id="rId18"/>
    <p:sldId id="298" r:id="rId19"/>
    <p:sldId id="257" r:id="rId20"/>
    <p:sldId id="265" r:id="rId21"/>
    <p:sldId id="258" r:id="rId22"/>
    <p:sldId id="283" r:id="rId23"/>
    <p:sldId id="282" r:id="rId24"/>
    <p:sldId id="266" r:id="rId25"/>
    <p:sldId id="289" r:id="rId26"/>
    <p:sldId id="288" r:id="rId27"/>
    <p:sldId id="293" r:id="rId28"/>
    <p:sldId id="294" r:id="rId29"/>
    <p:sldId id="287" r:id="rId30"/>
    <p:sldId id="296" r:id="rId31"/>
    <p:sldId id="297" r:id="rId32"/>
    <p:sldId id="261" r:id="rId33"/>
    <p:sldId id="290" r:id="rId34"/>
    <p:sldId id="292" r:id="rId35"/>
    <p:sldId id="278" r:id="rId36"/>
    <p:sldId id="277" r:id="rId37"/>
    <p:sldId id="276" r:id="rId38"/>
    <p:sldId id="275" r:id="rId39"/>
    <p:sldId id="269" r:id="rId40"/>
    <p:sldId id="259" r:id="rId41"/>
    <p:sldId id="263" r:id="rId42"/>
  </p:sldIdLst>
  <p:sldSz cx="121920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27"/>
  </p:normalViewPr>
  <p:slideViewPr>
    <p:cSldViewPr snapToGrid="0">
      <p:cViewPr varScale="1">
        <p:scale>
          <a:sx n="55" d="100"/>
          <a:sy n="55" d="100"/>
        </p:scale>
        <p:origin x="2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51086-26BE-DA46-BA47-A7F34C22E0C7}" type="datetimeFigureOut">
              <a:rPr lang="en-US" smtClean="0"/>
              <a:t>7/6/25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1143000"/>
            <a:ext cx="342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006F9-F8E5-7A4D-B92F-4CF3A366B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21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14500" y="1143000"/>
            <a:ext cx="34290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06F9-F8E5-7A4D-B92F-4CF3A366B4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33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95781"/>
            <a:ext cx="10363200" cy="382016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763261"/>
            <a:ext cx="9144000" cy="264921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1046-681D-BB41-AF07-67D06B871E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A57B-D109-A243-94F9-0F4BE9D4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1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1046-681D-BB41-AF07-67D06B871E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A57B-D109-A243-94F9-0F4BE9D4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48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735583"/>
            <a:ext cx="10515600" cy="456437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343143"/>
            <a:ext cx="10515600" cy="24002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1046-681D-BB41-AF07-67D06B871E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A57B-D109-A243-94F9-0F4BE9D4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48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921000"/>
            <a:ext cx="51816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921000"/>
            <a:ext cx="51816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1046-681D-BB41-AF07-67D06B871E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A57B-D109-A243-94F9-0F4BE9D4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1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84202"/>
            <a:ext cx="1051560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89861"/>
            <a:ext cx="5157787" cy="131825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008120"/>
            <a:ext cx="5157787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689861"/>
            <a:ext cx="5183188" cy="131825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008120"/>
            <a:ext cx="5183188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1046-681D-BB41-AF07-67D06B871E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A57B-D109-A243-94F9-0F4BE9D4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1046-681D-BB41-AF07-67D06B871E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A57B-D109-A243-94F9-0F4BE9D4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42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1046-681D-BB41-AF07-67D06B871E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A57B-D109-A243-94F9-0F4BE9D4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32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56032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79882"/>
            <a:ext cx="6172200" cy="7797800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91840"/>
            <a:ext cx="3932237" cy="60985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1046-681D-BB41-AF07-67D06B871E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A57B-D109-A243-94F9-0F4BE9D4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464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56032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79882"/>
            <a:ext cx="6172200" cy="779780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91840"/>
            <a:ext cx="3932237" cy="60985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1046-681D-BB41-AF07-67D06B871E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A57B-D109-A243-94F9-0F4BE9D4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57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1046-681D-BB41-AF07-67D06B871E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A57B-D109-A243-94F9-0F4BE9D4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7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84200"/>
            <a:ext cx="2628900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84200"/>
            <a:ext cx="7734300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1046-681D-BB41-AF07-67D06B871E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A57B-D109-A243-94F9-0F4BE9D4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93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84202"/>
            <a:ext cx="1051560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921000"/>
            <a:ext cx="1051560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170162"/>
            <a:ext cx="27432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551046-681D-BB41-AF07-67D06B871E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170162"/>
            <a:ext cx="41148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170162"/>
            <a:ext cx="27432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1A57B-D109-A243-94F9-0F4BE9D4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86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emf"/><Relationship Id="rId4" Type="http://schemas.openxmlformats.org/officeDocument/2006/relationships/image" Target="../media/image8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2C1422-EAD6-29F8-45E6-2CABF79FA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836" y="3796748"/>
            <a:ext cx="2286000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5CDAA3-26AC-FAF0-77E8-18190087A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836" y="5098775"/>
            <a:ext cx="2286000" cy="182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93D31E-E2EA-4D26-400E-6FF430E8E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16" y="3796748"/>
            <a:ext cx="6782821" cy="30619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D28B28-F9F3-EC66-9142-A82ED934130A}"/>
              </a:ext>
            </a:extLst>
          </p:cNvPr>
          <p:cNvSpPr txBox="1"/>
          <p:nvPr/>
        </p:nvSpPr>
        <p:spPr>
          <a:xfrm>
            <a:off x="4600686" y="3925908"/>
            <a:ext cx="22928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Erdos-Renyi</a:t>
            </a:r>
            <a:r>
              <a:rPr lang="en-US" sz="1200" b="1" dirty="0"/>
              <a:t> graph of size 1000</a:t>
            </a:r>
          </a:p>
        </p:txBody>
      </p:sp>
    </p:spTree>
    <p:extLst>
      <p:ext uri="{BB962C8B-B14F-4D97-AF65-F5344CB8AC3E}">
        <p14:creationId xmlns:p14="http://schemas.microsoft.com/office/powerpoint/2010/main" val="3446942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F3ADE1-1F06-2B5A-6A30-90D6B16AD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550" y="837914"/>
            <a:ext cx="3722514" cy="3004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FD44A5-A1C2-4937-B121-6D7D9B097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550" y="3502324"/>
            <a:ext cx="3732190" cy="30125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910633-C5AC-F14A-94F8-F917E9B00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3226" y="6174544"/>
            <a:ext cx="3722514" cy="3004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8828A9-4AF5-35C1-4DA1-E444A23289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0260"/>
          <a:stretch/>
        </p:blipFill>
        <p:spPr>
          <a:xfrm>
            <a:off x="6862496" y="3263208"/>
            <a:ext cx="2400299" cy="10281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CF2A9C-C641-FD80-1DB9-592A821EC6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972" r="41760"/>
          <a:stretch/>
        </p:blipFill>
        <p:spPr>
          <a:xfrm>
            <a:off x="6819900" y="4607757"/>
            <a:ext cx="2098510" cy="10176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118920-5980-A952-2700-0373413A36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1219" t="-2713" b="1"/>
          <a:stretch/>
        </p:blipFill>
        <p:spPr>
          <a:xfrm>
            <a:off x="6813517" y="6022144"/>
            <a:ext cx="3016284" cy="101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35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7DAF1-6D7A-168D-E986-827BD3640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73D969-3EC2-1E94-B757-3DA186D7F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476" y="253138"/>
            <a:ext cx="5387355" cy="26936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B61851-3560-7BA9-DDC1-A521B7545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032" y="2641671"/>
            <a:ext cx="5387355" cy="26936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9C5C49-358F-A729-F3C0-D0649A896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8476" y="5030205"/>
            <a:ext cx="5387354" cy="26936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222C59-E0E6-9188-EC7E-1DF80CF398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0260"/>
          <a:stretch/>
        </p:blipFill>
        <p:spPr>
          <a:xfrm>
            <a:off x="1520589" y="7461254"/>
            <a:ext cx="2226456" cy="9536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E1044C-C9CF-FFEE-E97F-2359AE3C3F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972" r="41760"/>
          <a:stretch/>
        </p:blipFill>
        <p:spPr>
          <a:xfrm>
            <a:off x="3659362" y="7485035"/>
            <a:ext cx="1966586" cy="9536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883FAB-90CB-CE96-A8F6-B28BD4BCF7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1219" t="-2713" b="1"/>
          <a:stretch/>
        </p:blipFill>
        <p:spPr>
          <a:xfrm>
            <a:off x="5460662" y="7462598"/>
            <a:ext cx="2878148" cy="97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94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26FAB1-D697-9F8A-39A5-F0D77753A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561" y="3742422"/>
            <a:ext cx="2286000" cy="182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894B74-C6AC-EC6E-2D55-5F67E8812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40" y="3742422"/>
            <a:ext cx="6842111" cy="30887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D28B28-F9F3-EC66-9142-A82ED934130A}"/>
              </a:ext>
            </a:extLst>
          </p:cNvPr>
          <p:cNvSpPr txBox="1"/>
          <p:nvPr/>
        </p:nvSpPr>
        <p:spPr>
          <a:xfrm>
            <a:off x="3085991" y="3840563"/>
            <a:ext cx="22928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Erdos-Renyi</a:t>
            </a:r>
            <a:r>
              <a:rPr lang="en-US" sz="1200" b="1" dirty="0"/>
              <a:t> graph of size 1000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E71782-122B-F9A7-BD01-C90CD5952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561" y="5045208"/>
            <a:ext cx="2286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58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B438C-DC63-CA5B-EABE-61917DDD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EC429A4-F33B-A056-03DB-B2548E5DE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372" y="3752850"/>
            <a:ext cx="2286000" cy="1727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D1E99B-495E-AB64-7ADF-86AED7483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788" y="4947418"/>
            <a:ext cx="2286000" cy="1727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D044E4-6625-8414-88B3-9B85335DF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187" y="6140931"/>
            <a:ext cx="2286000" cy="172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8A89FC5-03F4-B638-9DE5-4652FC12A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177" y="3752850"/>
            <a:ext cx="7472987" cy="38859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25E5B6-86EC-C2F7-C928-5C96F0C34C6A}"/>
              </a:ext>
            </a:extLst>
          </p:cNvPr>
          <p:cNvSpPr txBox="1"/>
          <p:nvPr/>
        </p:nvSpPr>
        <p:spPr>
          <a:xfrm>
            <a:off x="3846782" y="3852438"/>
            <a:ext cx="298152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 err="1"/>
              <a:t>Erdos-Renyi</a:t>
            </a:r>
            <a:r>
              <a:rPr lang="en-US" sz="1300" b="1" dirty="0"/>
              <a:t> graph of size 1000</a:t>
            </a:r>
          </a:p>
        </p:txBody>
      </p:sp>
    </p:spTree>
    <p:extLst>
      <p:ext uri="{BB962C8B-B14F-4D97-AF65-F5344CB8AC3E}">
        <p14:creationId xmlns:p14="http://schemas.microsoft.com/office/powerpoint/2010/main" val="508626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494D4-A50D-0FB0-D532-3B4700F45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142D97-A026-05F9-FA4D-74B03724C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264" y="3788584"/>
            <a:ext cx="2286000" cy="172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DFC494-11D4-DD92-48E2-4E889F0D6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264" y="4971553"/>
            <a:ext cx="2286000" cy="172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7B4A9E-F992-BE59-1D23-E1D7199DE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543" y="6154522"/>
            <a:ext cx="2286000" cy="172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7E4777-B0BE-655A-9AE2-12D0A8FA84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579" y="3788584"/>
            <a:ext cx="8032831" cy="39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167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625D2-4469-5DBE-5BDB-AED0521CD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2E2D86-A973-B222-1EC5-D8AD105A4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59" y="3820483"/>
            <a:ext cx="8016585" cy="39011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B5184C-B517-6C2A-72E2-7BE8D7C79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264" y="3788584"/>
            <a:ext cx="2286000" cy="172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34B8DB-5CD2-D520-A15E-914A6F8AF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264" y="4971553"/>
            <a:ext cx="2286000" cy="172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A40727-FDC9-2BE9-BDC4-35A518A09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6543" y="6154522"/>
            <a:ext cx="22860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96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AF033-ACD5-75D0-EF14-8B278634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A562AF0-8A3F-4751-4A3B-7C0C1E640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859" y="3788584"/>
            <a:ext cx="2286000" cy="172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3471B2-0A88-1848-EE06-DB309EAF9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85" y="3840562"/>
            <a:ext cx="7563827" cy="39331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399527-E470-D8ED-A004-AE408634A721}"/>
              </a:ext>
            </a:extLst>
          </p:cNvPr>
          <p:cNvSpPr txBox="1"/>
          <p:nvPr/>
        </p:nvSpPr>
        <p:spPr>
          <a:xfrm>
            <a:off x="3277426" y="4206322"/>
            <a:ext cx="343279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 err="1"/>
              <a:t>Erdos-Renyi+LFR</a:t>
            </a:r>
            <a:r>
              <a:rPr lang="en-US" sz="1300" b="1" dirty="0"/>
              <a:t> graph with 2000 nodes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C7FFFB-8054-5654-712F-9A94B62C0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526" y="4982570"/>
            <a:ext cx="2286000" cy="1727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04BD0F-23C3-8632-2594-DDFEDB092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788" y="6176556"/>
            <a:ext cx="22860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53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14C2F-A7AA-91E3-16AC-B401B4B5A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EDAC47F-6D70-96A5-BA51-2205C16D3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82" y="3810798"/>
            <a:ext cx="7539016" cy="39202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0C96A5-07F5-55CE-7C15-4DF13F573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788" y="3795114"/>
            <a:ext cx="2286000" cy="172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12E996-08A9-A2B3-D2B2-0F50FC4C4BB0}"/>
              </a:ext>
            </a:extLst>
          </p:cNvPr>
          <p:cNvSpPr txBox="1"/>
          <p:nvPr/>
        </p:nvSpPr>
        <p:spPr>
          <a:xfrm>
            <a:off x="3123190" y="4132507"/>
            <a:ext cx="398269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 err="1"/>
              <a:t>Erdos-Renyi+Ring</a:t>
            </a:r>
            <a:r>
              <a:rPr lang="en-US" sz="1300" b="1" dirty="0"/>
              <a:t> of 10-cliques with 2000 nodes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0A6500-033D-3F34-AF97-418B48FD1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788" y="4988914"/>
            <a:ext cx="2286000" cy="172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98124F-4BAC-0EE0-926A-7D86DA96D2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496" y="6182714"/>
            <a:ext cx="22860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865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B2CC66-B52A-D402-43BE-F99A760B7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034" y="4212771"/>
            <a:ext cx="3657600" cy="228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29DE0E-4D8C-2668-41FD-A9FEBDD43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099" y="4212771"/>
            <a:ext cx="36576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54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7BAE9-37D7-A1E3-347D-5AB73F54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BDB44B-3EDB-722A-3992-3D76AD5D7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31" y="2660545"/>
            <a:ext cx="9101672" cy="23362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3B14FA-9E08-5929-7F79-C0FFDFA54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429" y="4171949"/>
            <a:ext cx="9101674" cy="23362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9C95BA-CC01-9176-DAE4-F1B7F6411BAF}"/>
              </a:ext>
            </a:extLst>
          </p:cNvPr>
          <p:cNvSpPr txBox="1"/>
          <p:nvPr/>
        </p:nvSpPr>
        <p:spPr>
          <a:xfrm>
            <a:off x="264055" y="8312255"/>
            <a:ext cx="1454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Feb 10,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EB8AD3-0CD2-737B-D17B-81E4F5FD243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/>
          </a:blip>
          <a:srcRect l="29971" t="1951"/>
          <a:stretch/>
        </p:blipFill>
        <p:spPr>
          <a:xfrm>
            <a:off x="5557567" y="3425750"/>
            <a:ext cx="2360729" cy="462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D8965D-086B-190A-E06D-3019830D98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580" y="5692536"/>
            <a:ext cx="9101671" cy="233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685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956D0D-8947-81A6-A53A-4D8E10DE2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890" y="3237264"/>
            <a:ext cx="365760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84B94E-2886-B7B5-D3BD-266720098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655" y="3196042"/>
            <a:ext cx="5486400" cy="182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AA1A89-088C-DA21-DDEF-4314F3040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410" y="4859952"/>
            <a:ext cx="9033172" cy="247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66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F573-CC5F-06E0-A4CC-401C8386E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D18819-C4CF-F1F8-8A26-A7F205078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14" y="3223948"/>
            <a:ext cx="3657600" cy="1828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B49E12-39CA-0BF0-D481-6DC449415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36" y="3223948"/>
            <a:ext cx="5486400" cy="1828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55A16F7-2F63-C394-6A08-F1F449BA4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582" y="4862865"/>
            <a:ext cx="5854591" cy="275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61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32EA6A-385C-3548-1E13-E9D0168FD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780" y="3148542"/>
            <a:ext cx="5486400" cy="182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FE21C1-A6FF-2BEE-CD97-71235D267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805" y="3148542"/>
            <a:ext cx="3657600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1526BB-FC9A-CF02-09F0-01282DEC3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027" y="4800404"/>
            <a:ext cx="8962227" cy="245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07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1D1521-A2BB-A2C9-EB42-2039B399F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905" y="3433080"/>
            <a:ext cx="2286000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5B8C90-C7EA-A5D4-F26B-8DE7BBC4F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905" y="4865272"/>
            <a:ext cx="2286000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3D77D3-243D-633A-FE8F-EF163CC85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89" y="3394188"/>
            <a:ext cx="7891282" cy="3333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7C1623-5CC6-E129-27EB-C29028D44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9433" y="6864350"/>
            <a:ext cx="2533431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07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50DB8-5C97-3F09-7065-8637B0C6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F06D1E-4ABB-3C52-D10B-C6C3091B3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128" y="3147025"/>
            <a:ext cx="3657600" cy="1828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A95EE3-6232-C4FD-3792-EC4A7BCE3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008" y="3147025"/>
            <a:ext cx="5486400" cy="1828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207FF0C-021F-8B99-4C66-1156E86F3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790086"/>
            <a:ext cx="9262156" cy="381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162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0C433-3619-C6D5-FE5F-305DDBECF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7A4094-153E-6119-CBD1-46580C5A8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613" y="3135573"/>
            <a:ext cx="3657600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01B4FB-5CC9-0C9E-8E0F-653176460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784" y="3135573"/>
            <a:ext cx="5486400" cy="182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C03B0A-3B76-6435-6159-FAB10CE0F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514" y="4790200"/>
            <a:ext cx="9196836" cy="378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49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03184-44A2-EF4A-92C6-6CB8A90DA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42EBF-F2C0-F997-2803-9F72F65C6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28" y="3143055"/>
            <a:ext cx="5486400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5ABB72-EF91-8BEA-4EE9-6102145F0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128" y="3147025"/>
            <a:ext cx="3657600" cy="1828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B738732-9751-507B-7620-8C4398FEC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790086"/>
            <a:ext cx="9262156" cy="381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72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AFFF46-455F-7203-5BB3-4D709E1DD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425" y="4094922"/>
            <a:ext cx="2286000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E3038F-9EAF-83E8-94A9-94A868CAA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425" y="5396948"/>
            <a:ext cx="2286000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B645DE-DC64-764B-C0F7-3C7EFFD6D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051" y="4094922"/>
            <a:ext cx="6935374" cy="31308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0269F-9C75-D0D7-E191-D7017DE61F4A}"/>
              </a:ext>
            </a:extLst>
          </p:cNvPr>
          <p:cNvSpPr txBox="1"/>
          <p:nvPr/>
        </p:nvSpPr>
        <p:spPr>
          <a:xfrm>
            <a:off x="5243524" y="4324465"/>
            <a:ext cx="2634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Erdos-Renyi+LFR</a:t>
            </a:r>
            <a:r>
              <a:rPr lang="en-US" sz="1200" b="1" dirty="0"/>
              <a:t> graph of size 2000</a:t>
            </a:r>
          </a:p>
        </p:txBody>
      </p:sp>
    </p:spTree>
    <p:extLst>
      <p:ext uri="{BB962C8B-B14F-4D97-AF65-F5344CB8AC3E}">
        <p14:creationId xmlns:p14="http://schemas.microsoft.com/office/powerpoint/2010/main" val="2683719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08E8B1-DCE1-DEB8-894A-6A80269B0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533" y="2688498"/>
            <a:ext cx="2286000" cy="1828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E2F7F9-A16F-8ECB-13ED-C0F316F86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333" y="2688500"/>
            <a:ext cx="6923352" cy="31253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0269F-9C75-D0D7-E191-D7017DE61F4A}"/>
              </a:ext>
            </a:extLst>
          </p:cNvPr>
          <p:cNvSpPr txBox="1"/>
          <p:nvPr/>
        </p:nvSpPr>
        <p:spPr>
          <a:xfrm>
            <a:off x="4051216" y="2980954"/>
            <a:ext cx="2954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Erdos-Renyi+LFR</a:t>
            </a:r>
            <a:r>
              <a:rPr lang="en-US" sz="1200" b="1" dirty="0"/>
              <a:t> graph with 2000 nodes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D3E8E9-7573-3C25-2271-85BD8F56F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533" y="3985099"/>
            <a:ext cx="2286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291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236DA3-CDF1-E9F8-A44D-053008445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046" y="3657600"/>
            <a:ext cx="2286000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247461-73A4-D68E-3CF1-E18E0BD4C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3" y="3649854"/>
            <a:ext cx="6809003" cy="3033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29EBE9-0189-A74C-132B-7B20D1589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046" y="4953838"/>
            <a:ext cx="2286000" cy="182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C567AE-D5A2-1104-A8B0-1D250262B685}"/>
              </a:ext>
            </a:extLst>
          </p:cNvPr>
          <p:cNvSpPr txBox="1"/>
          <p:nvPr/>
        </p:nvSpPr>
        <p:spPr>
          <a:xfrm>
            <a:off x="4172148" y="3890222"/>
            <a:ext cx="31918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Erdos-Renyi+ring</a:t>
            </a:r>
            <a:r>
              <a:rPr lang="en-US" sz="1200" b="1" dirty="0"/>
              <a:t> of 10-cliques of size 2000</a:t>
            </a:r>
          </a:p>
        </p:txBody>
      </p:sp>
    </p:spTree>
    <p:extLst>
      <p:ext uri="{BB962C8B-B14F-4D97-AF65-F5344CB8AC3E}">
        <p14:creationId xmlns:p14="http://schemas.microsoft.com/office/powerpoint/2010/main" val="662799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E66603-A614-5C82-FF08-CBA535C52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967" y="2866495"/>
            <a:ext cx="5029200" cy="457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97132F-E209-8DD6-E929-8D9546255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660" y="2866495"/>
            <a:ext cx="1489364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438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BFA46-EC0B-85FF-C0AF-64C7D548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C74F9B5-FD8D-7C77-6E01-5477A04AA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80" y="3651568"/>
            <a:ext cx="2286000" cy="182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DAC84E-8D9C-2BCA-2CE6-28E9BD4EF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78" y="3651569"/>
            <a:ext cx="6912954" cy="31207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0BB31E-561E-DF39-C2FB-87B75950596D}"/>
              </a:ext>
            </a:extLst>
          </p:cNvPr>
          <p:cNvSpPr txBox="1"/>
          <p:nvPr/>
        </p:nvSpPr>
        <p:spPr>
          <a:xfrm>
            <a:off x="2895189" y="3923036"/>
            <a:ext cx="35116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Erdos-Renyi+Ring</a:t>
            </a:r>
            <a:r>
              <a:rPr lang="en-US" sz="1200" b="1" dirty="0"/>
              <a:t> of 10-cliques with 2000 nodes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F8FB9F-F62F-EE47-8812-68EAEEC4A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780" y="4943473"/>
            <a:ext cx="2286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07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FCBE44-EB76-DE8C-C629-1DAEF0F65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947" y="3657600"/>
            <a:ext cx="2286000" cy="1828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6B0D1E-EDE4-DA4E-6656-4362BD55F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48" y="3657600"/>
            <a:ext cx="6781242" cy="3009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C567AE-D5A2-1104-A8B0-1D250262B685}"/>
              </a:ext>
            </a:extLst>
          </p:cNvPr>
          <p:cNvSpPr txBox="1"/>
          <p:nvPr/>
        </p:nvSpPr>
        <p:spPr>
          <a:xfrm>
            <a:off x="3813735" y="3880173"/>
            <a:ext cx="34699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Erdos-Renyi+ring</a:t>
            </a:r>
            <a:r>
              <a:rPr lang="en-US" sz="1200" b="1" dirty="0"/>
              <a:t> of 10-cliques with 2000 nodes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46A6D3-261D-0214-F817-258352FB5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191" y="4953838"/>
            <a:ext cx="2235757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00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B7BEC-DB50-39C7-CACF-5B6C19CF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EE29B9-361C-3F06-7A8F-8B277BC2D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723" y="3911038"/>
            <a:ext cx="2286000" cy="182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8CC251-F885-039A-0E5A-F8D5ACC19776}"/>
              </a:ext>
            </a:extLst>
          </p:cNvPr>
          <p:cNvSpPr txBox="1"/>
          <p:nvPr/>
        </p:nvSpPr>
        <p:spPr>
          <a:xfrm>
            <a:off x="4405048" y="5347583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26131-EF90-1680-1BB6-8D5BB71F8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723" y="5232961"/>
            <a:ext cx="228600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D54AEB-9BCE-B236-22D4-DA945A249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23" y="3911038"/>
            <a:ext cx="73152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097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7D016-F5E6-5604-A39C-2A9C2BCA0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4E99916-BCF7-2162-1440-555968ADA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723" y="3911038"/>
            <a:ext cx="2286000" cy="182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60C914-5D49-DA10-B17D-0B51B8EFCB1D}"/>
              </a:ext>
            </a:extLst>
          </p:cNvPr>
          <p:cNvSpPr txBox="1"/>
          <p:nvPr/>
        </p:nvSpPr>
        <p:spPr>
          <a:xfrm>
            <a:off x="4405048" y="5347583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C101F-BF16-155E-63F7-1F995FCC9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723" y="5232961"/>
            <a:ext cx="228600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9C55B8-A2B1-FD48-0337-D7F9FC044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23" y="3911038"/>
            <a:ext cx="73152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47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2234C-0F7E-08A7-FE70-F26BFB0F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E5ADBF-98F0-45ED-B582-6D706A6C8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723" y="3942816"/>
            <a:ext cx="2286000" cy="1727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373E88-1D5F-B51C-250E-988F694925FF}"/>
              </a:ext>
            </a:extLst>
          </p:cNvPr>
          <p:cNvSpPr txBox="1"/>
          <p:nvPr/>
        </p:nvSpPr>
        <p:spPr>
          <a:xfrm>
            <a:off x="4405048" y="5347583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530915-F5AC-5047-CE69-B7B89544D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722" y="5155221"/>
            <a:ext cx="2286000" cy="172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A26A96-A304-5C8C-469A-4ACE66AD4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938" y="6369933"/>
            <a:ext cx="2286000" cy="172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3CDFA5-4B3B-EEB2-25F3-1166FD5D8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37" y="3967284"/>
            <a:ext cx="7699151" cy="399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85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4FC44-5D42-577A-4DD6-52D404A8A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ECC4B26-3623-A745-563B-35098E461205}"/>
              </a:ext>
            </a:extLst>
          </p:cNvPr>
          <p:cNvSpPr txBox="1"/>
          <p:nvPr/>
        </p:nvSpPr>
        <p:spPr>
          <a:xfrm>
            <a:off x="4405048" y="5347583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1EF3A-75F4-2C85-A076-23EB5A38E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684" y="3945870"/>
            <a:ext cx="2286000" cy="172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980696-6AFA-5BC1-37EF-EE5ACEE87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029" y="5158625"/>
            <a:ext cx="2286000" cy="172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EDBEDB-945D-65DD-2613-A73CCF0BE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51" y="3957746"/>
            <a:ext cx="7678104" cy="39812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9AB406-F2AD-C622-D5D1-5708EAF3F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559" y="6368411"/>
            <a:ext cx="22860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37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DD546-5135-12CF-43A4-7B075A808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5F1A29B-61FC-3018-59C3-6EF4BC1EEAE8}"/>
              </a:ext>
            </a:extLst>
          </p:cNvPr>
          <p:cNvSpPr txBox="1"/>
          <p:nvPr/>
        </p:nvSpPr>
        <p:spPr>
          <a:xfrm>
            <a:off x="4405048" y="5347583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477CF2-2CDB-C9F0-B67D-CF6959202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917" y="3945497"/>
            <a:ext cx="2286000" cy="1828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672D2A-F642-8F07-9BC9-CF1912053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850" y="5223904"/>
            <a:ext cx="2286000" cy="1828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A6015D-00FF-3B81-9303-C97792F1F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966" y="3945497"/>
            <a:ext cx="7085630" cy="3081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8CFC4C-BE28-5C52-DDBC-87EC88A791FC}"/>
              </a:ext>
            </a:extLst>
          </p:cNvPr>
          <p:cNvSpPr txBox="1"/>
          <p:nvPr/>
        </p:nvSpPr>
        <p:spPr>
          <a:xfrm>
            <a:off x="5833229" y="4097436"/>
            <a:ext cx="2396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Ring of 10-cliques of size 10,000</a:t>
            </a:r>
          </a:p>
        </p:txBody>
      </p:sp>
    </p:spTree>
    <p:extLst>
      <p:ext uri="{BB962C8B-B14F-4D97-AF65-F5344CB8AC3E}">
        <p14:creationId xmlns:p14="http://schemas.microsoft.com/office/powerpoint/2010/main" val="4065576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1D5E-C407-1409-590B-134D4B94F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B1E5B51-BE69-623F-A417-B8153B763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4" y="2658031"/>
            <a:ext cx="5265124" cy="35628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A360D4-05DD-D4FE-6CC8-E2B5708EC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670287"/>
            <a:ext cx="5733337" cy="3556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B2E8E0-50B7-1BEB-6DCB-1C1C3B1E9D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980" t="28860" b="61387"/>
          <a:stretch/>
        </p:blipFill>
        <p:spPr>
          <a:xfrm>
            <a:off x="1554875" y="6087727"/>
            <a:ext cx="3088747" cy="411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3BD622-C55C-0ACC-CF2F-7F3D94AC4A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980" t="58388" b="31961"/>
          <a:stretch/>
        </p:blipFill>
        <p:spPr>
          <a:xfrm>
            <a:off x="8420663" y="6180369"/>
            <a:ext cx="3088747" cy="4075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561E9B-87C4-1EC8-A11C-082FC718C6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980" t="39359" b="52884"/>
          <a:stretch/>
        </p:blipFill>
        <p:spPr>
          <a:xfrm>
            <a:off x="2900363" y="6139896"/>
            <a:ext cx="2955762" cy="3134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AB68DB-7395-2ECB-03FE-1069D04B6C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980" t="48962" r="10389" b="44328"/>
          <a:stretch/>
        </p:blipFill>
        <p:spPr>
          <a:xfrm>
            <a:off x="6347958" y="6164100"/>
            <a:ext cx="1752776" cy="28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21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D9219-1713-20BE-95FA-A31A21291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F04941-D643-C416-385E-F110A2D4E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4" y="2511443"/>
            <a:ext cx="7539120" cy="36284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680C49-FB82-92A2-84B1-2B2AF2391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583" y="2511442"/>
            <a:ext cx="4632315" cy="36948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D2D82B-2405-3A33-8F7D-AF7FCB1B66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980" t="28860" b="61387"/>
          <a:stretch/>
        </p:blipFill>
        <p:spPr>
          <a:xfrm>
            <a:off x="1186090" y="5867833"/>
            <a:ext cx="3088747" cy="411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0DDED7-D012-E480-CACF-404467FC75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980" t="58388" b="31961"/>
          <a:stretch/>
        </p:blipFill>
        <p:spPr>
          <a:xfrm>
            <a:off x="8478948" y="5950617"/>
            <a:ext cx="3088747" cy="4075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8E54BE-7EF1-838C-5541-FC3A9725A4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980" t="39359" b="52884"/>
          <a:stretch/>
        </p:blipFill>
        <p:spPr>
          <a:xfrm>
            <a:off x="2800370" y="5939444"/>
            <a:ext cx="2955762" cy="3134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8F8808-E06D-9B85-34FE-A58D6520D1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980" t="48962" r="10389" b="44328"/>
          <a:stretch/>
        </p:blipFill>
        <p:spPr>
          <a:xfrm>
            <a:off x="6283471" y="5942761"/>
            <a:ext cx="1752776" cy="28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6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DCBA54A-BBEE-F740-484B-122762F72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50" y="3896386"/>
            <a:ext cx="6756400" cy="300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D6F15E-8261-B810-2FDA-031CBCA09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718" y="3899648"/>
            <a:ext cx="2286000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6E31E2-860E-BA75-488E-0F305C590CC7}"/>
              </a:ext>
            </a:extLst>
          </p:cNvPr>
          <p:cNvSpPr txBox="1"/>
          <p:nvPr/>
        </p:nvSpPr>
        <p:spPr>
          <a:xfrm>
            <a:off x="4478562" y="4051587"/>
            <a:ext cx="2396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Ring of 10-cliques of size 10,000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AEF7EC-4A74-5F82-B2DC-F033D35FA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251" y="5178055"/>
            <a:ext cx="2254101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5081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C6F8B-79B6-7159-3088-548551B5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132261-6E30-4C0F-B2D4-52402C607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192" y="3900708"/>
            <a:ext cx="2286000" cy="1828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29BE87-03DC-C00D-A98E-BF1AFC951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424" y="3909746"/>
            <a:ext cx="7350336" cy="31969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5B094C-A7F8-0376-729C-D5A00FC11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192" y="5183100"/>
            <a:ext cx="2286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51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841E9-2C98-DED2-2A08-8EF240111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109836-F95A-3FCF-0D29-8E05DBB48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666" y="3995135"/>
            <a:ext cx="2286000" cy="1828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9198BB9-F39E-8DB6-338A-44CDE78B0CAB}"/>
              </a:ext>
            </a:extLst>
          </p:cNvPr>
          <p:cNvSpPr/>
          <p:nvPr/>
        </p:nvSpPr>
        <p:spPr>
          <a:xfrm>
            <a:off x="3497803" y="4070965"/>
            <a:ext cx="665825" cy="2396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FB3EA3-5D59-1B9D-9DD1-AED08932C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20" y="3997370"/>
            <a:ext cx="7124700" cy="3098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B809CB-DADC-B533-565A-7775AC433881}"/>
              </a:ext>
            </a:extLst>
          </p:cNvPr>
          <p:cNvSpPr txBox="1"/>
          <p:nvPr/>
        </p:nvSpPr>
        <p:spPr>
          <a:xfrm>
            <a:off x="5437412" y="4136651"/>
            <a:ext cx="2396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Ring of 10-cliques of size 10,000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70C928-8F2A-CA9C-0DBB-2E3ECBC18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666" y="5272946"/>
            <a:ext cx="2286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9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2E131DC-D8AB-809F-63C4-563B78D7F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262" y="3984670"/>
            <a:ext cx="2286000" cy="182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9F80C3-DCFD-E5B8-11DF-1487037D8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000" y="3981450"/>
            <a:ext cx="6756400" cy="3009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3D88C9-042A-5C34-4F61-AAD240AB1E32}"/>
              </a:ext>
            </a:extLst>
          </p:cNvPr>
          <p:cNvSpPr txBox="1"/>
          <p:nvPr/>
        </p:nvSpPr>
        <p:spPr>
          <a:xfrm>
            <a:off x="5678712" y="4136651"/>
            <a:ext cx="2396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Ring of 10-cliques of size 10,000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B8417D-5D5B-599A-4483-5BCC9D998F71}"/>
              </a:ext>
            </a:extLst>
          </p:cNvPr>
          <p:cNvSpPr/>
          <p:nvPr/>
        </p:nvSpPr>
        <p:spPr>
          <a:xfrm>
            <a:off x="3497803" y="4070965"/>
            <a:ext cx="665825" cy="2396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CC1595-E937-3EA7-A4D6-8DAEAE65D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448" y="5262722"/>
            <a:ext cx="2215814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509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CC3B1C-B8C0-6146-84C7-266ABB506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063" y="3895726"/>
            <a:ext cx="2286000" cy="1828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71FD9E-94B9-C4FA-DAAE-B8F033442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562" y="3981450"/>
            <a:ext cx="6756400" cy="3009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5069FC-4B52-98E9-B139-5A03F3F62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386" y="5176834"/>
            <a:ext cx="2286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6222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B0D227-5763-305D-C1E8-024C7901E3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937"/>
          <a:stretch/>
        </p:blipFill>
        <p:spPr>
          <a:xfrm>
            <a:off x="2101215" y="2757488"/>
            <a:ext cx="6156961" cy="3328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ED3AC7-BB4B-779F-9E89-7D1670AD37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815"/>
          <a:stretch/>
        </p:blipFill>
        <p:spPr>
          <a:xfrm>
            <a:off x="2058351" y="4786313"/>
            <a:ext cx="6199825" cy="33468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527FC5-7398-6443-085C-1C440D05AE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22" t="24607"/>
          <a:stretch/>
        </p:blipFill>
        <p:spPr>
          <a:xfrm>
            <a:off x="8305804" y="4231481"/>
            <a:ext cx="2209797" cy="303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181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F0F62E-5E24-FB28-AD1F-8F525C9D0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50" y="3899648"/>
            <a:ext cx="6756400" cy="300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D6F15E-8261-B810-2FDA-031CBCA09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718" y="3899648"/>
            <a:ext cx="2286000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6E31E2-860E-BA75-488E-0F305C590CC7}"/>
              </a:ext>
            </a:extLst>
          </p:cNvPr>
          <p:cNvSpPr txBox="1"/>
          <p:nvPr/>
        </p:nvSpPr>
        <p:spPr>
          <a:xfrm>
            <a:off x="4478562" y="4051587"/>
            <a:ext cx="2396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Ring of 10-cliques of size 10,000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AEF7EC-4A74-5F82-B2DC-F033D35FA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251" y="5178055"/>
            <a:ext cx="2254101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394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132952-34B5-13C3-E59B-6577D531B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00040"/>
            <a:ext cx="5486400" cy="292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679557-286B-5ECE-14E4-2EFAFF3D7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00040"/>
            <a:ext cx="5486400" cy="2921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A7AF17-BF22-09E9-EC78-3DB63C9C4D4F}"/>
              </a:ext>
            </a:extLst>
          </p:cNvPr>
          <p:cNvSpPr txBox="1"/>
          <p:nvPr/>
        </p:nvSpPr>
        <p:spPr>
          <a:xfrm>
            <a:off x="2735213" y="2423042"/>
            <a:ext cx="16713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LFR data in this study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F4A62-3F57-CCEE-D9E3-AF51B17A171A}"/>
              </a:ext>
            </a:extLst>
          </p:cNvPr>
          <p:cNvSpPr txBox="1"/>
          <p:nvPr/>
        </p:nvSpPr>
        <p:spPr>
          <a:xfrm>
            <a:off x="8186443" y="2436991"/>
            <a:ext cx="18246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Tandon et al., 2019 data</a:t>
            </a:r>
          </a:p>
        </p:txBody>
      </p:sp>
    </p:spTree>
    <p:extLst>
      <p:ext uri="{BB962C8B-B14F-4D97-AF65-F5344CB8AC3E}">
        <p14:creationId xmlns:p14="http://schemas.microsoft.com/office/powerpoint/2010/main" val="42091030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82DCC1E-1F5B-0B11-107D-13A08A9F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65" y="3890221"/>
            <a:ext cx="6756400" cy="3009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0B39AC-78A4-1F90-7E14-678BF92AB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718" y="3899648"/>
            <a:ext cx="2286000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B61B8E-297D-5BE8-30A9-7467BA67D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718" y="5181600"/>
            <a:ext cx="2286000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6E31E2-860E-BA75-488E-0F305C590CC7}"/>
              </a:ext>
            </a:extLst>
          </p:cNvPr>
          <p:cNvSpPr txBox="1"/>
          <p:nvPr/>
        </p:nvSpPr>
        <p:spPr>
          <a:xfrm>
            <a:off x="4478562" y="4051587"/>
            <a:ext cx="2396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Ring of 10-cliques of size 10,000</a:t>
            </a:r>
          </a:p>
        </p:txBody>
      </p:sp>
    </p:spTree>
    <p:extLst>
      <p:ext uri="{BB962C8B-B14F-4D97-AF65-F5344CB8AC3E}">
        <p14:creationId xmlns:p14="http://schemas.microsoft.com/office/powerpoint/2010/main" val="38682454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2C3391-F724-729D-79EA-06C0759CA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460" y="7162972"/>
            <a:ext cx="3344164" cy="468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C928AA-17B2-6C7E-49EE-C1908BADE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891" y="2302133"/>
            <a:ext cx="6203916" cy="25849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8480A2-DAEA-9B68-37ED-98FA93EA3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871" y="4629665"/>
            <a:ext cx="6079937" cy="253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3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17942</TotalTime>
  <Words>120</Words>
  <Application>Microsoft Macintosh PowerPoint</Application>
  <PresentationFormat>Custom</PresentationFormat>
  <Paragraphs>20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Tabatabaee, Yasamin</dc:creator>
  <cp:lastModifiedBy>Tabatabaee, Yasamin</cp:lastModifiedBy>
  <cp:revision>53</cp:revision>
  <cp:lastPrinted>2025-06-29T20:18:13Z</cp:lastPrinted>
  <dcterms:created xsi:type="dcterms:W3CDTF">2024-08-29T01:41:37Z</dcterms:created>
  <dcterms:modified xsi:type="dcterms:W3CDTF">2025-07-06T16:41:09Z</dcterms:modified>
</cp:coreProperties>
</file>